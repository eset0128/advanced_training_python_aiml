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Roboto" panose="02000000000000000000" pitchFamily="2" charset="0"/>
      <p:regular r:id="rId11"/>
    </p:embeddedFont>
    <p:embeddedFont>
      <p:font typeface="Saira Medium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982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30303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73492"/>
            <a:ext cx="57939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Meter Load Prediction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72997"/>
            <a:ext cx="349555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Predicting Energy Use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448901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By: Saurabh Kumar</a:t>
            </a:r>
            <a:endParaRPr lang="en-US" sz="3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544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1689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Accurate meter load prediction is essential for modern energy management, especially with smart grids. It ensures efficiency, stability, and sustainability.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797850"/>
            <a:ext cx="6407944" cy="2093714"/>
          </a:xfrm>
          <a:prstGeom prst="roundRect">
            <a:avLst>
              <a:gd name="adj" fmla="val 9750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084" y="3055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Why it matters: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084" y="3545562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Energy forecasting helps smart grids make good decisions, distribute energy well, and use renewable sources effectively.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797850"/>
            <a:ext cx="6408063" cy="2093714"/>
          </a:xfrm>
          <a:prstGeom prst="roundRect">
            <a:avLst>
              <a:gd name="adj" fmla="val 9750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5842" y="30551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Challenges: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685842" y="3545562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Predicting energy use is tricky due to weather, events, user behavior, and how variable renewable energy is.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5118378"/>
            <a:ext cx="6407944" cy="2456617"/>
          </a:xfrm>
          <a:prstGeom prst="roundRect">
            <a:avLst>
              <a:gd name="adj" fmla="val 8310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084" y="53756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Key Benefits: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084" y="5866090"/>
            <a:ext cx="589335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Costs: Reduces expenses for energy companies and users. Stable Grid: Makes the power grid more reliable and balanced. Better Planning: Helps in planning for power generation and maintenance.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5118378"/>
            <a:ext cx="6408063" cy="2456617"/>
          </a:xfrm>
          <a:prstGeom prst="roundRect">
            <a:avLst>
              <a:gd name="adj" fmla="val 8310"/>
            </a:avLst>
          </a:prstGeom>
          <a:solidFill>
            <a:srgbClr val="030303">
              <a:alpha val="75000"/>
            </a:srgbClr>
          </a:solidFill>
          <a:ln w="30480">
            <a:solidFill>
              <a:srgbClr val="FC83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5842" y="53756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Machine Learning: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685842" y="5866090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machine learning uses data to make very accurate predictions, solving many traditional forecasting problems.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473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Dataset and Issue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674614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analyze data from smart meters. This data shows electricity usage every 15 minutes.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3790" y="2168962"/>
            <a:ext cx="13042821" cy="2631043"/>
          </a:xfrm>
          <a:prstGeom prst="roundRect">
            <a:avLst>
              <a:gd name="adj" fmla="val 620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176582"/>
            <a:ext cx="13027581" cy="5231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82980" y="2293025"/>
            <a:ext cx="39765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meter_id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30071" y="2293025"/>
            <a:ext cx="39715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timestamp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72161" y="2293025"/>
            <a:ext cx="39753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load_value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1410" y="2699742"/>
            <a:ext cx="13027581" cy="5231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82980" y="2816185"/>
            <a:ext cx="39765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MTR-401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30071" y="2816185"/>
            <a:ext cx="39715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17-11-2025 08:00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72161" y="2816185"/>
            <a:ext cx="39753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12.5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1410" y="3222903"/>
            <a:ext cx="13027581" cy="5231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82980" y="3339346"/>
            <a:ext cx="39765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MTR-401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30071" y="3339346"/>
            <a:ext cx="39715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17-11-2025 08:15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72161" y="3339346"/>
            <a:ext cx="39753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18.2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1410" y="3746063"/>
            <a:ext cx="13027581" cy="5231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82980" y="3862507"/>
            <a:ext cx="39765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MTR-402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30071" y="3862507"/>
            <a:ext cx="39715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17-11-2025 08:00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72161" y="3862507"/>
            <a:ext cx="39753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8.9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1410" y="4269224"/>
            <a:ext cx="13027581" cy="5231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82980" y="4385667"/>
            <a:ext cx="39765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MTR-403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30071" y="4385667"/>
            <a:ext cx="39715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17-11-2025 08:05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72161" y="4385667"/>
            <a:ext cx="39753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25.1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3790" y="5004078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main challenge is predicting future energy use. Each meter has unique patterns that change over time, making it a complex task.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3790" y="5498425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issues making prediction difficult: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3790" y="5992773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Data:</a:t>
            </a: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Data can be missing due to broken sensors or errors.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3790" y="6346508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Seasonal Changes:</a:t>
            </a: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Energy use changes with weather, time of day, and seasons.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3790" y="6700242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Unexpected Events:</a:t>
            </a: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Holidays or unusual behavior can disrupt normal patterns.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93790" y="7194590"/>
            <a:ext cx="130428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Solving these issues is important for reliable energy prediction in smart grids.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014" y="629126"/>
            <a:ext cx="12390596" cy="69713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887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Model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use linear regression to predict future load values for meters like MTR-401, MTR-402, and MTR-403.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model takes past load values and timestamp information (e.g., hour of day, day of week) as input features.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Linear regression helps us identify straightforward trends and relationships within the meter data to forecast demand.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77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provides a simple, interpretable baseline for predicting meter load based on historical patterns.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35449"/>
            <a:ext cx="483858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Results &amp; Performance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1574602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model accurately predicts energy load, performing much better than simple methods.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068949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Metrics: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93790" y="2563297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RMSE:</a:t>
            </a: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15.2 kWh</a:t>
            </a: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Shows the typical size of prediction errors.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3790" y="2917031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MAE:</a:t>
            </a: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10.5 kWh</a:t>
            </a: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Gives the average difference from actual values.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3790" y="3270766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MAPE:</a:t>
            </a: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>
                <a:solidFill>
                  <a:srgbClr val="008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4.8%</a:t>
            </a: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- Indicates a low average percentage error, showing good precision.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93790" y="3765113"/>
            <a:ext cx="7556421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model was </a:t>
            </a:r>
            <a:r>
              <a:rPr lang="en-US" sz="1400" dirty="0">
                <a:solidFill>
                  <a:srgbClr val="0000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22%</a:t>
            </a: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better than basic predictions. It consistently matched actual energy use patterns very closely.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93790" y="4549735"/>
            <a:ext cx="3687485" cy="1381482"/>
          </a:xfrm>
          <a:prstGeom prst="roundRect">
            <a:avLst>
              <a:gd name="adj" fmla="val 7943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0930" y="4549735"/>
            <a:ext cx="91440" cy="1381482"/>
          </a:xfrm>
          <a:prstGeom prst="roundRect">
            <a:avLst>
              <a:gd name="adj" fmla="val 178605"/>
            </a:avLst>
          </a:prstGeom>
          <a:solidFill>
            <a:srgbClr val="FC8337"/>
          </a:solidFill>
          <a:ln/>
        </p:spPr>
      </p:sp>
      <p:sp>
        <p:nvSpPr>
          <p:cNvPr id="12" name="Text 9"/>
          <p:cNvSpPr/>
          <p:nvPr/>
        </p:nvSpPr>
        <p:spPr>
          <a:xfrm>
            <a:off x="1066681" y="475404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Strong Performance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66681" y="5146357"/>
            <a:ext cx="3210282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 best when patterns are stable and clear (like weekdays).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62726" y="4549735"/>
            <a:ext cx="3687485" cy="1381482"/>
          </a:xfrm>
          <a:prstGeom prst="roundRect">
            <a:avLst>
              <a:gd name="adj" fmla="val 7943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39866" y="4549735"/>
            <a:ext cx="91440" cy="1381482"/>
          </a:xfrm>
          <a:prstGeom prst="roundRect">
            <a:avLst>
              <a:gd name="adj" fmla="val 178605"/>
            </a:avLst>
          </a:prstGeom>
          <a:solidFill>
            <a:srgbClr val="FC8337"/>
          </a:solidFill>
          <a:ln/>
        </p:spPr>
      </p:sp>
      <p:sp>
        <p:nvSpPr>
          <p:cNvPr id="16" name="Text 13"/>
          <p:cNvSpPr/>
          <p:nvPr/>
        </p:nvSpPr>
        <p:spPr>
          <a:xfrm>
            <a:off x="4935617" y="4754047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Challenging Times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4935617" y="5146357"/>
            <a:ext cx="3210282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Less accurate during holidays or extreme, unpredicted weather.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93790" y="6112669"/>
            <a:ext cx="3687485" cy="1381482"/>
          </a:xfrm>
          <a:prstGeom prst="roundRect">
            <a:avLst>
              <a:gd name="adj" fmla="val 7943"/>
            </a:avLst>
          </a:prstGeom>
          <a:solidFill>
            <a:srgbClr val="030303">
              <a:alpha val="75000"/>
            </a:srgbClr>
          </a:solidFill>
          <a:ln w="22860">
            <a:solidFill>
              <a:srgbClr val="FC833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0930" y="6112669"/>
            <a:ext cx="91440" cy="1381482"/>
          </a:xfrm>
          <a:prstGeom prst="roundRect">
            <a:avLst>
              <a:gd name="adj" fmla="val 178605"/>
            </a:avLst>
          </a:prstGeom>
          <a:solidFill>
            <a:srgbClr val="FC8337"/>
          </a:solidFill>
          <a:ln/>
        </p:spPr>
      </p:sp>
      <p:sp>
        <p:nvSpPr>
          <p:cNvPr id="20" name="Text 17"/>
          <p:cNvSpPr/>
          <p:nvPr/>
        </p:nvSpPr>
        <p:spPr>
          <a:xfrm>
            <a:off x="1066681" y="631698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Meter Types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1066681" y="6709291"/>
            <a:ext cx="3210282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Better for commercial meters with steady use than varied home meters.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30987"/>
            <a:ext cx="77506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Future Work &amp; Improvements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will use better models like LSTM or deep learning.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will use real data.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Saira Medium" pitchFamily="34" charset="0"/>
                <a:ea typeface="Saira Medium" pitchFamily="34" charset="-122"/>
                <a:cs typeface="Saira Medium" pitchFamily="34" charset="-120"/>
              </a:rPr>
              <a:t>Thank You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500</Words>
  <Application>Microsoft Office PowerPoint</Application>
  <PresentationFormat>Custom</PresentationFormat>
  <Paragraphs>66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Saira Medium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Sierra Learning Academy</cp:lastModifiedBy>
  <cp:revision>1</cp:revision>
  <dcterms:created xsi:type="dcterms:W3CDTF">2025-11-20T05:19:44Z</dcterms:created>
  <dcterms:modified xsi:type="dcterms:W3CDTF">2025-11-20T05:21:04Z</dcterms:modified>
</cp:coreProperties>
</file>